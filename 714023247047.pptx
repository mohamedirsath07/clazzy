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4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64B36-7879-4DDB-A3D6-29B0C749124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39A4F-5B8F-4A25-BB49-2B3D65737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6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39A4F-5B8F-4A25-BB49-2B3D657370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92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39A4F-5B8F-4A25-BB49-2B3D657370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9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30983" r="14373" b="41187"/>
          <a:stretch/>
        </p:blipFill>
        <p:spPr>
          <a:xfrm>
            <a:off x="1845013" y="408561"/>
            <a:ext cx="8501974" cy="10603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344A-B552-4304-9C0F-DC84FF80BA45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19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12" y="455642"/>
            <a:ext cx="1438835" cy="11445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C8B8-3979-4AD7-9A3B-80DDA5EF09DB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tabLst>
                <a:tab pos="3044825" algn="l"/>
              </a:tabLs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01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EBD6A-91F2-4202-8A71-2C60054D902D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57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B690-90F9-4DD9-8845-342D983730B3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31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3D2-BCFE-4484-8CFF-056CAFB4561D}" type="datetime1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4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C7AE-2F2B-4F5A-B452-28D1C1E5CB58}" type="datetime1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94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A186-00E7-4940-AE3D-51DAACACBC51}" type="datetime1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7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F6C5-A7A6-412F-9543-AC497B6447EA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16CC-F04E-48ED-A180-0737C8C20110}" type="datetime1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33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325F-80D5-470C-9393-3EB431DB3411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13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A3F8-9D42-4EB7-A587-AEDEDA27BE40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77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C3662-1C04-429C-BD82-5B25724E3EBC}" type="datetime1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99D70-0349-434C-8FBE-DA358ACBE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2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wwmo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1549" y="1192287"/>
            <a:ext cx="9144000" cy="128585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CLAZZY - AI-POWERED FASHION RECOMMENDATION SYSTEM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265" y="2797328"/>
            <a:ext cx="11429999" cy="336788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MOHAMED IRSATH 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 : 714023247047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03.11.2025						Supervised by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Mrs.Hemalatha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8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Artificial Intelligence &amp; Machine Learning</a:t>
            </a:r>
            <a:r>
              <a:rPr lang="en-IN" dirty="0"/>
              <a:t> - Deep learning-based fashion classification and recommendation system</a:t>
            </a:r>
          </a:p>
          <a:p>
            <a:r>
              <a:rPr lang="en-IN" b="1" dirty="0"/>
              <a:t>Computer Vision</a:t>
            </a:r>
            <a:r>
              <a:rPr lang="en-IN" dirty="0"/>
              <a:t> - Image processing and analysis using ResNet50 CNN architecture</a:t>
            </a:r>
          </a:p>
          <a:p>
            <a:r>
              <a:rPr lang="en-IN" b="1" dirty="0" err="1"/>
              <a:t>Color</a:t>
            </a:r>
            <a:r>
              <a:rPr lang="en-IN" b="1" dirty="0"/>
              <a:t> Science &amp; Theory</a:t>
            </a:r>
            <a:r>
              <a:rPr lang="en-IN" dirty="0"/>
              <a:t> - K-means clustering for </a:t>
            </a:r>
            <a:r>
              <a:rPr lang="en-IN" dirty="0" err="1"/>
              <a:t>color</a:t>
            </a:r>
            <a:r>
              <a:rPr lang="en-IN" dirty="0"/>
              <a:t> extraction and harmony analysis</a:t>
            </a:r>
          </a:p>
          <a:p>
            <a:r>
              <a:rPr lang="en-IN" b="1" dirty="0"/>
              <a:t>Web Application Development</a:t>
            </a:r>
            <a:r>
              <a:rPr lang="en-IN" dirty="0"/>
              <a:t> - Full-stack implementation with React.js and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b="1" dirty="0"/>
              <a:t>Mobile-First Design</a:t>
            </a:r>
            <a:r>
              <a:rPr lang="en-IN" dirty="0"/>
              <a:t> - Progressive Web App (PWA) for cross-platform accessibility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10A1B-A866-4A62-9524-3D2045BFDD8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3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Time-Consuming Outfit Selection</a:t>
            </a:r>
            <a:r>
              <a:rPr lang="en-US" dirty="0"/>
              <a:t> - Users spend 15-30 minutes daily choosing coordinated outfits</a:t>
            </a:r>
          </a:p>
          <a:p>
            <a:r>
              <a:rPr lang="en-US" b="1" dirty="0"/>
              <a:t>Lack of Color Coordination Knowledge</a:t>
            </a:r>
            <a:r>
              <a:rPr lang="en-US" dirty="0"/>
              <a:t> - 68% struggle with matching colors harmoniously</a:t>
            </a:r>
          </a:p>
          <a:p>
            <a:r>
              <a:rPr lang="en-US" b="1" dirty="0"/>
              <a:t>Occasion-Inappropriate Dressing</a:t>
            </a:r>
            <a:r>
              <a:rPr lang="en-US" dirty="0"/>
              <a:t> - Difficulty selecting suitable attire for different events</a:t>
            </a:r>
          </a:p>
          <a:p>
            <a:r>
              <a:rPr lang="en-US" b="1" dirty="0"/>
              <a:t>Wardrobe Underutilization</a:t>
            </a:r>
            <a:r>
              <a:rPr lang="en-US" dirty="0"/>
              <a:t> - 60% of clothing items rarely worn due to styling confusion</a:t>
            </a:r>
          </a:p>
          <a:p>
            <a:r>
              <a:rPr lang="en-US" b="1" dirty="0"/>
              <a:t>No Personalized AI Assistance</a:t>
            </a:r>
            <a:r>
              <a:rPr lang="en-US" dirty="0"/>
              <a:t> - Existing apps lack intelligent, real-time outfit recommendations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4017E-0F07-4A25-8847-3F366C1B919D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4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Automate Clothing Classification</a:t>
            </a:r>
            <a:r>
              <a:rPr lang="en-US" dirty="0"/>
              <a:t> - Use ResNet50 to identify tops, bottoms, dresses, shoes with 85-90% accuracy</a:t>
            </a:r>
          </a:p>
          <a:p>
            <a:r>
              <a:rPr lang="en-US" b="1" dirty="0"/>
              <a:t>Provide Color Harmony Analysis</a:t>
            </a:r>
            <a:r>
              <a:rPr lang="en-US" dirty="0"/>
              <a:t> - Extract dominant colors and suggest complementary combinations</a:t>
            </a:r>
          </a:p>
          <a:p>
            <a:r>
              <a:rPr lang="en-US" b="1" dirty="0"/>
              <a:t>Generate Occasion-Based Recommendations</a:t>
            </a:r>
            <a:r>
              <a:rPr lang="en-US" dirty="0"/>
              <a:t> - Create outfits for casual, formal, business, party, date, sports</a:t>
            </a:r>
          </a:p>
          <a:p>
            <a:r>
              <a:rPr lang="en-US" b="1" dirty="0"/>
              <a:t>Enable Digital Wardrobe Management</a:t>
            </a:r>
            <a:r>
              <a:rPr lang="en-US" dirty="0"/>
              <a:t> - Allow users to upload, organize, and browse clothing items</a:t>
            </a:r>
          </a:p>
          <a:p>
            <a:r>
              <a:rPr lang="en-US" b="1" dirty="0"/>
              <a:t>Deliver Real-Time AI Suggestions</a:t>
            </a:r>
            <a:r>
              <a:rPr lang="en-US" dirty="0"/>
              <a:t> - Process images and generate recommendations in under 3 seconds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4443-369B-4BDC-A72A-B91657C5BC29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54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Image Classification Module</a:t>
            </a:r>
            <a:r>
              <a:rPr lang="en-IN" dirty="0"/>
              <a:t> - ResNet50 (50-layer CNN) pre-trained on ImageNet for clothing type detection</a:t>
            </a:r>
          </a:p>
          <a:p>
            <a:r>
              <a:rPr lang="en-IN" b="1" dirty="0" err="1"/>
              <a:t>Color</a:t>
            </a:r>
            <a:r>
              <a:rPr lang="en-IN" b="1" dirty="0"/>
              <a:t> Extraction System</a:t>
            </a:r>
            <a:r>
              <a:rPr lang="en-IN" dirty="0"/>
              <a:t> - K-means clustering (k=5) to identify dominant </a:t>
            </a:r>
            <a:r>
              <a:rPr lang="en-IN" dirty="0" err="1"/>
              <a:t>colors</a:t>
            </a:r>
            <a:r>
              <a:rPr lang="en-IN" dirty="0"/>
              <a:t> and percentages</a:t>
            </a:r>
          </a:p>
          <a:p>
            <a:r>
              <a:rPr lang="en-IN" b="1" dirty="0"/>
              <a:t>Recommendation Engine</a:t>
            </a:r>
            <a:r>
              <a:rPr lang="en-IN" dirty="0"/>
              <a:t> - Multi-factor scoring: </a:t>
            </a:r>
            <a:r>
              <a:rPr lang="en-IN" dirty="0" err="1"/>
              <a:t>color</a:t>
            </a:r>
            <a:r>
              <a:rPr lang="en-IN" dirty="0"/>
              <a:t> harmony (40%), style similarity (30%), occasion fit (20%), variety (10%)</a:t>
            </a:r>
          </a:p>
          <a:p>
            <a:r>
              <a:rPr lang="en-IN" b="1" dirty="0"/>
              <a:t>Frontend Architecture</a:t>
            </a:r>
            <a:r>
              <a:rPr lang="en-IN" dirty="0"/>
              <a:t> - React.js 18 + TypeScript with Firebase integration for storage and authentication</a:t>
            </a:r>
          </a:p>
          <a:p>
            <a:r>
              <a:rPr lang="en-IN" b="1" dirty="0"/>
              <a:t>Backend API</a:t>
            </a:r>
            <a:r>
              <a:rPr lang="en-IN" dirty="0"/>
              <a:t> - </a:t>
            </a:r>
            <a:r>
              <a:rPr lang="en-IN" dirty="0" err="1"/>
              <a:t>FastAPI</a:t>
            </a:r>
            <a:r>
              <a:rPr lang="en-IN" dirty="0"/>
              <a:t> (Python 3.9+) with TensorFlow 2.16+ for ML inference and outfit generation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CE1A0-46E7-42D5-B023-AC9337AF67E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84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Week 1: Research &amp; Design</a:t>
            </a:r>
            <a:r>
              <a:rPr lang="en-IN" dirty="0"/>
              <a:t> - Literature review, system architecture design, UI/UX </a:t>
            </a:r>
            <a:r>
              <a:rPr lang="en-IN" dirty="0" err="1"/>
              <a:t>mockups</a:t>
            </a:r>
            <a:endParaRPr lang="en-IN" dirty="0"/>
          </a:p>
          <a:p>
            <a:r>
              <a:rPr lang="en-IN" b="1" dirty="0"/>
              <a:t>Week 2: ML Model Development</a:t>
            </a:r>
            <a:r>
              <a:rPr lang="en-IN" dirty="0"/>
              <a:t> - Implement ResNet50 classifier, K-means </a:t>
            </a:r>
            <a:r>
              <a:rPr lang="en-IN" dirty="0" err="1"/>
              <a:t>color</a:t>
            </a:r>
            <a:r>
              <a:rPr lang="en-IN" dirty="0"/>
              <a:t> </a:t>
            </a:r>
            <a:r>
              <a:rPr lang="en-IN" dirty="0" err="1"/>
              <a:t>analyzer</a:t>
            </a:r>
            <a:endParaRPr lang="en-IN" dirty="0"/>
          </a:p>
          <a:p>
            <a:r>
              <a:rPr lang="en-IN" b="1" dirty="0"/>
              <a:t>Week 3: Backend Development</a:t>
            </a:r>
            <a:r>
              <a:rPr lang="en-IN" dirty="0"/>
              <a:t> - Build </a:t>
            </a:r>
            <a:r>
              <a:rPr lang="en-IN" dirty="0" err="1"/>
              <a:t>FastAPI</a:t>
            </a:r>
            <a:r>
              <a:rPr lang="en-IN" dirty="0"/>
              <a:t> endpoints, integrate ML models, database setup</a:t>
            </a:r>
          </a:p>
          <a:p>
            <a:r>
              <a:rPr lang="en-IN" b="1" dirty="0"/>
              <a:t>Week 4: Frontend Development</a:t>
            </a:r>
            <a:r>
              <a:rPr lang="en-IN" dirty="0"/>
              <a:t> - React components, Firebase integration, responsive design</a:t>
            </a:r>
          </a:p>
          <a:p>
            <a:r>
              <a:rPr lang="en-IN" b="1" dirty="0"/>
              <a:t>Week 5: Testing &amp; Optimization</a:t>
            </a:r>
            <a:r>
              <a:rPr lang="en-IN" dirty="0"/>
              <a:t> - Unit testing, performance tuning, bug fixes</a:t>
            </a:r>
          </a:p>
          <a:p>
            <a:r>
              <a:rPr lang="en-IN" b="1" dirty="0"/>
              <a:t>Week 6: Deployment &amp; Documentation</a:t>
            </a:r>
            <a:r>
              <a:rPr lang="en-IN" dirty="0"/>
              <a:t> - Production deployment, user manual, final presentation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65E3-2B77-4773-9525-8EE2C28E6DE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I. Fashion-MNIST Dataset: </a:t>
            </a:r>
            <a:r>
              <a:rPr lang="en-IN" u="sng" dirty="0">
                <a:hlinkClick r:id="rId2"/>
              </a:rPr>
              <a:t>https://github.com/zalandoresearch/fashion-mnist</a:t>
            </a:r>
            <a:endParaRPr lang="en-IN" dirty="0"/>
          </a:p>
          <a:p>
            <a:r>
              <a:rPr lang="en-IN" dirty="0"/>
              <a:t>II. Deep Learning for Fashion: </a:t>
            </a:r>
            <a:r>
              <a:rPr lang="en-IN" u="sng" dirty="0">
                <a:hlinkClick r:id="rId2"/>
              </a:rPr>
              <a:t>https://www.tensorflow.org/tutorials/keras/classification</a:t>
            </a:r>
            <a:endParaRPr lang="en-IN" dirty="0"/>
          </a:p>
          <a:p>
            <a:r>
              <a:rPr lang="en-IN" dirty="0"/>
              <a:t>III. </a:t>
            </a:r>
            <a:r>
              <a:rPr lang="en-IN" dirty="0" err="1"/>
              <a:t>Color</a:t>
            </a:r>
            <a:r>
              <a:rPr lang="en-IN" dirty="0"/>
              <a:t> Theory in Design: </a:t>
            </a:r>
            <a:r>
              <a:rPr lang="en-IN" u="sng" dirty="0">
                <a:hlinkClick r:id="rId2"/>
              </a:rPr>
              <a:t>https://www.interaction-design.org/literature/article/the-color-system</a:t>
            </a:r>
            <a:endParaRPr lang="en-IN" dirty="0"/>
          </a:p>
          <a:p>
            <a:r>
              <a:rPr lang="en-IN" dirty="0"/>
              <a:t>IV. </a:t>
            </a:r>
            <a:r>
              <a:rPr lang="en-IN" dirty="0" err="1"/>
              <a:t>ResNet</a:t>
            </a:r>
            <a:r>
              <a:rPr lang="en-IN" dirty="0"/>
              <a:t> Architecture: He, K., et al. (2016). "Deep Residual Learning for Image Recognition"</a:t>
            </a:r>
          </a:p>
          <a:p>
            <a:r>
              <a:rPr lang="en-IN" dirty="0"/>
              <a:t>V. K-means Clustering: </a:t>
            </a:r>
            <a:r>
              <a:rPr lang="en-IN" u="sng" dirty="0">
                <a:hlinkClick r:id="rId2"/>
              </a:rPr>
              <a:t>https://scikit-learn.org/stable/modules/clustering.html#k-means</a:t>
            </a:r>
            <a:endParaRPr lang="en-IN" dirty="0"/>
          </a:p>
          <a:p>
            <a:r>
              <a:rPr lang="en-IN" dirty="0"/>
              <a:t>VI. PWA Development: </a:t>
            </a:r>
            <a:r>
              <a:rPr lang="en-IN" u="sng" dirty="0">
                <a:hlinkClick r:id="rId2"/>
              </a:rPr>
              <a:t>https://web.dev/progressive-web-apps/</a:t>
            </a:r>
            <a:endParaRPr lang="en-IN" dirty="0"/>
          </a:p>
          <a:p>
            <a:r>
              <a:rPr lang="en-IN" dirty="0"/>
              <a:t>VII. React.js Documentation: </a:t>
            </a:r>
            <a:r>
              <a:rPr lang="en-IN" u="sng" dirty="0">
                <a:hlinkClick r:id="rId2"/>
              </a:rPr>
              <a:t>https://react.dev/</a:t>
            </a:r>
            <a:endParaRPr lang="en-IN" dirty="0"/>
          </a:p>
          <a:p>
            <a:r>
              <a:rPr lang="en-IN" dirty="0"/>
              <a:t>VIII. </a:t>
            </a:r>
            <a:r>
              <a:rPr lang="en-IN" dirty="0" err="1"/>
              <a:t>FastAPI</a:t>
            </a:r>
            <a:r>
              <a:rPr lang="en-IN" dirty="0"/>
              <a:t> Framework: </a:t>
            </a:r>
            <a:r>
              <a:rPr lang="en-IN" u="sng" dirty="0">
                <a:hlinkClick r:id="rId2"/>
              </a:rPr>
              <a:t>https://fastapi.tiangolo.com/</a:t>
            </a:r>
            <a:endParaRPr lang="en-IN" dirty="0"/>
          </a:p>
          <a:p>
            <a:r>
              <a:rPr lang="en-IN" dirty="0"/>
              <a:t>IX. Firebase Services: </a:t>
            </a:r>
            <a:r>
              <a:rPr lang="en-IN" u="sng" dirty="0">
                <a:hlinkClick r:id="rId2"/>
              </a:rPr>
              <a:t>https://firebase.google.com/docs</a:t>
            </a:r>
            <a:endParaRPr lang="en-IN" dirty="0"/>
          </a:p>
          <a:p>
            <a:r>
              <a:rPr lang="en-IN" dirty="0"/>
              <a:t>X. </a:t>
            </a:r>
            <a:r>
              <a:rPr lang="en-IN" dirty="0" err="1"/>
              <a:t>Color</a:t>
            </a:r>
            <a:r>
              <a:rPr lang="en-IN" dirty="0"/>
              <a:t> Harmony Principles: Itten, J. (1961). "The Art of </a:t>
            </a:r>
            <a:r>
              <a:rPr lang="en-IN" dirty="0" err="1"/>
              <a:t>Color</a:t>
            </a:r>
            <a:r>
              <a:rPr lang="en-IN" dirty="0"/>
              <a:t>"</a:t>
            </a:r>
          </a:p>
          <a:p>
            <a:r>
              <a:rPr lang="en-IN" dirty="0"/>
              <a:t>XI. Fashion Recommendation Systems: Liu, Z., et al. (2016). "</a:t>
            </a:r>
            <a:r>
              <a:rPr lang="en-IN" dirty="0" err="1"/>
              <a:t>DeepFashion</a:t>
            </a:r>
            <a:r>
              <a:rPr lang="en-IN" dirty="0"/>
              <a:t>: Powering Robust Clothes Recognition"</a:t>
            </a:r>
          </a:p>
          <a:p>
            <a:r>
              <a:rPr lang="en-US" dirty="0"/>
              <a:t>XII. Outfit Compatibility: He, R., et al. (2018). "Context-Aware Visual Compatibility Prediction"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54FF-6E25-4DC1-B5FA-2E0160D1AF8B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03-11-2025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9D70-0349-434C-8FBE-DA358ACBE4C7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968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B7DFA8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657</Words>
  <Application>Microsoft Office PowerPoint</Application>
  <PresentationFormat>Widescreen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CLAZZY - AI-POWERED FASHION RECOMMENDATION SYSTEM </vt:lpstr>
      <vt:lpstr>Project Area</vt:lpstr>
      <vt:lpstr>Problem Identification</vt:lpstr>
      <vt:lpstr>Objective of the Project</vt:lpstr>
      <vt:lpstr>Methodology</vt:lpstr>
      <vt:lpstr>Work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Mohamed Irsath</cp:lastModifiedBy>
  <cp:revision>12</cp:revision>
  <dcterms:created xsi:type="dcterms:W3CDTF">2024-03-23T06:12:44Z</dcterms:created>
  <dcterms:modified xsi:type="dcterms:W3CDTF">2025-11-03T10:13:08Z</dcterms:modified>
</cp:coreProperties>
</file>